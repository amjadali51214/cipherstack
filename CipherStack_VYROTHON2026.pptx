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"/>
            <a:ext cx="201168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32004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VYROTHON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11480" cy="32004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15568"/>
            <a:ext cx="274320" cy="292608"/>
          </a:xfrm>
          <a:prstGeom prst="ellipse">
            <a:avLst/>
          </a:prstGeom>
          <a:solidFill>
            <a:srgbClr val="000000">
              <a:alpha val="0"/>
            </a:srgbClr>
          </a:solidFill>
          <a:ln w="31750">
            <a:solidFill>
              <a:srgbClr val="4F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0" b="1" kern="0" spc="-100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CipherStack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Node-Based Cascade Encryption Builder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3657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Frontend  ·  Hard  ·  1h 45m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280160"/>
            <a:ext cx="1920240" cy="914400"/>
          </a:xfrm>
          <a:prstGeom prst="rect">
            <a:avLst/>
          </a:prstGeom>
          <a:solidFill>
            <a:srgbClr val="0D1320"/>
          </a:solidFill>
          <a:ln w="10160">
            <a:solidFill>
              <a:srgbClr val="4F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33502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180136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Cipher Nodes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2468880"/>
            <a:ext cx="1920240" cy="914400"/>
          </a:xfrm>
          <a:prstGeom prst="rect">
            <a:avLst/>
          </a:prstGeom>
          <a:solidFill>
            <a:srgbClr val="0D132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52374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299008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Encryption Layers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3657600"/>
            <a:ext cx="1920240" cy="914400"/>
          </a:xfrm>
          <a:prstGeom prst="rect">
            <a:avLst/>
          </a:prstGeom>
          <a:solidFill>
            <a:srgbClr val="0D1320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71246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D9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417880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Round-Trip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Single-layer encryption is vulnerable. One algorithm, one attack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0D1320"/>
          </a:solidFill>
          <a:ln w="7620">
            <a:solidFill>
              <a:srgbClr val="FF4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one cipher → full compromise. No redundancy.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51760" cy="2926080"/>
          </a:xfrm>
          <a:prstGeom prst="rect">
            <a:avLst/>
          </a:prstGeom>
          <a:solidFill>
            <a:srgbClr val="0D1320"/>
          </a:solidFill>
          <a:ln w="7620">
            <a:solidFill>
              <a:srgbClr val="FF4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7830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Predictable Patterns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algorithms have known weaknesses attackers exploit.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51760" cy="2926080"/>
          </a:xfrm>
          <a:prstGeom prst="rect">
            <a:avLst/>
          </a:prstGeom>
          <a:solidFill>
            <a:srgbClr val="0D1320"/>
          </a:solidFill>
          <a:ln w="7620">
            <a:solidFill>
              <a:srgbClr val="FF4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830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No Visual Clarity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97180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can't see or understand what's happening to their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Cascade Encryption — stack multiple ciphers in sequence.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46304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889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Plaintext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2057400"/>
            <a:ext cx="228600" cy="0"/>
          </a:xfrm>
          <a:prstGeom prst="line">
            <a:avLst/>
          </a:prstGeom>
          <a:noFill/>
          <a:ln w="19050">
            <a:solidFill>
              <a:srgbClr val="4F8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508760"/>
            <a:ext cx="1463040" cy="1097280"/>
          </a:xfrm>
          <a:prstGeom prst="rect">
            <a:avLst/>
          </a:prstGeom>
          <a:solidFill>
            <a:srgbClr val="0D1320"/>
          </a:solidFill>
          <a:ln w="19050">
            <a:solidFill>
              <a:srgbClr val="4F8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600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Caesar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228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508760"/>
            <a:ext cx="1463040" cy="1097280"/>
          </a:xfrm>
          <a:prstGeom prst="rect">
            <a:avLst/>
          </a:prstGeom>
          <a:solidFill>
            <a:srgbClr val="0D132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00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'abc'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2057400"/>
            <a:ext cx="228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508760"/>
            <a:ext cx="1463040" cy="1097280"/>
          </a:xfrm>
          <a:prstGeom prst="rect">
            <a:avLst/>
          </a:prstGeom>
          <a:solidFill>
            <a:srgbClr val="0D132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600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Vigenère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'secret'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057400"/>
            <a:ext cx="228600" cy="0"/>
          </a:xfrm>
          <a:prstGeom prst="line">
            <a:avLst/>
          </a:prstGeom>
          <a:noFill/>
          <a:ln w="19050">
            <a:solidFill>
              <a:srgbClr val="10D9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508760"/>
            <a:ext cx="146304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600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9443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adds independent protection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32004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260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9443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pipeline — see every transformation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58444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decrypt reversal guaranteed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58444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cipher independently configurable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4F8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E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Visual Node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reorder, remove cipher nodes. See the full chain at a glance.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801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Configurable Ciphers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node has its own settings — shift, key, keyword, rails.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10D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801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D9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Intermediate Outputs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node shows what it received and what it produced.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Encrypt &amp; Decrypt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pipeline encrypts. Reverse pipeline restores exact plaintext.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4F8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0632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3429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E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Mobile Responsive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on any screen size. Clean dark UI optimized for readability.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51760" cy="1554480"/>
          </a:xfrm>
          <a:prstGeom prst="rect">
            <a:avLst/>
          </a:prstGeom>
          <a:solidFill>
            <a:srgbClr val="0D1320"/>
          </a:solidFill>
          <a:ln w="7620">
            <a:solidFill>
              <a:srgbClr val="10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632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3429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D9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Copy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copy of final encrypted or decrypted result.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Cipher Library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0" y="347472"/>
            <a:ext cx="1920240" cy="320040"/>
          </a:xfrm>
          <a:prstGeom prst="rect">
            <a:avLst/>
          </a:prstGeom>
          <a:solidFill>
            <a:srgbClr val="1A203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4747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configurable required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4F8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1252728"/>
            <a:ext cx="1051560" cy="256032"/>
          </a:xfrm>
          <a:prstGeom prst="rect">
            <a:avLst/>
          </a:prstGeom>
          <a:solidFill>
            <a:srgbClr val="0D2040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527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Configurable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8E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Caesar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Substitution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Shift amount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52728"/>
            <a:ext cx="1051560" cy="256032"/>
          </a:xfrm>
          <a:prstGeom prst="rect">
            <a:avLst/>
          </a:prstGeom>
          <a:solidFill>
            <a:srgbClr val="0D204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527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Configurable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Symmetric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Key string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252728"/>
            <a:ext cx="1051560" cy="256032"/>
          </a:xfrm>
          <a:prstGeom prst="rect">
            <a:avLst/>
          </a:prstGeom>
          <a:solidFill>
            <a:srgbClr val="0D2040"/>
          </a:solidFill>
          <a:ln w="6350">
            <a:solidFill>
              <a:srgbClr val="10D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2527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Configurable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2801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D9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Vigenère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Polyalphabetic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Keyword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3035808"/>
            <a:ext cx="1051560" cy="256032"/>
          </a:xfrm>
          <a:prstGeom prst="rect">
            <a:avLst/>
          </a:prstGeom>
          <a:solidFill>
            <a:srgbClr val="0D204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303580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Configurable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Rail Fence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Transposition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No. of rails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8892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35808"/>
            <a:ext cx="105156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8892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3580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Bonus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892A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Base64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37560" y="3474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Encoding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3794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None needed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2926080"/>
            <a:ext cx="2651760" cy="1554480"/>
          </a:xfrm>
          <a:prstGeom prst="rect">
            <a:avLst/>
          </a:prstGeom>
          <a:solidFill>
            <a:srgbClr val="0D1320"/>
          </a:solidFill>
          <a:ln w="10160">
            <a:solidFill>
              <a:srgbClr val="8892A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3035808"/>
            <a:ext cx="105156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8892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303580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Bonus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892A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Reverse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7920" y="3474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Transposition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3794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Config: None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4F8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ENCRYPT — forward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4F8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00784"/>
            <a:ext cx="329184" cy="329184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6093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Caesar (+3)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"hello"  →  "khoor"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40864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0545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054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4140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XOR ('abc')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88336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"khoor"  →  "(hex)"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10D9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310128"/>
            <a:ext cx="329184" cy="329184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101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2186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Vigenère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4930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"(hex)"  →  "FINAL"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solidFill>
            <a:srgbClr val="1A0D3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DECRYPT — reverse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536192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10D9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700784"/>
            <a:ext cx="329184" cy="329184"/>
          </a:xfrm>
          <a:prstGeom prst="ellipse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700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6093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Vigenère⁻¹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883664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"FINAL"  →  "(hex)"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340864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250545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054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4140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XOR ('abc')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688336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"(hex)"  →  "khoor"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145536"/>
            <a:ext cx="4023360" cy="658368"/>
          </a:xfrm>
          <a:prstGeom prst="rect">
            <a:avLst/>
          </a:prstGeom>
          <a:solidFill>
            <a:srgbClr val="0D1320"/>
          </a:solidFill>
          <a:ln w="7620">
            <a:solidFill>
              <a:srgbClr val="4F8E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310128"/>
            <a:ext cx="329184" cy="329184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101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C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2186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Caesar (−3)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34930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"khoor"  →  "hello"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553712"/>
            <a:ext cx="8503920" cy="365760"/>
          </a:xfrm>
          <a:prstGeom prst="rect">
            <a:avLst/>
          </a:prstGeom>
          <a:solidFill>
            <a:srgbClr val="0D2E1A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553712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 decrypt( encrypt( text ) )  ===  text   —   guaranteed for any input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Judging Criteria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188720"/>
            <a:ext cx="4114800" cy="201168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09728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73736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737360"/>
            <a:ext cx="3291840" cy="2011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64592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28600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286000"/>
            <a:ext cx="246888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19456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Intermediate Visibility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283464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834640"/>
            <a:ext cx="16459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274320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Clarity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38328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383280"/>
            <a:ext cx="1645920" cy="201168"/>
          </a:xfrm>
          <a:prstGeom prst="rect">
            <a:avLst/>
          </a:prstGeom>
          <a:solidFill>
            <a:srgbClr val="10D9A0"/>
          </a:solidFill>
          <a:ln w="12700">
            <a:solidFill>
              <a:srgbClr val="10D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329184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393192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931920"/>
            <a:ext cx="1645920" cy="201168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84048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Ambition &amp; Depth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0" y="4480560"/>
            <a:ext cx="41148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4480560"/>
            <a:ext cx="1645920" cy="2011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9560" y="438912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4D6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19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Total: 100%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 Stack &amp; Submission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548640"/>
          </a:xfrm>
          <a:prstGeom prst="rect">
            <a:avLst/>
          </a:prstGeom>
          <a:solidFill>
            <a:srgbClr val="0D1320"/>
          </a:solidFill>
          <a:ln w="7620">
            <a:solidFill>
              <a:srgbClr val="4F8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HTML5 + CSS3 + 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0" cy="548640"/>
          </a:xfrm>
          <a:prstGeom prst="rect">
            <a:avLst/>
          </a:prstGeom>
          <a:solidFill>
            <a:srgbClr val="0D1320"/>
          </a:solidFill>
          <a:ln w="7620">
            <a:solidFill>
              <a:srgbClr val="10D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219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Vanilla JS (no deps)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548640"/>
          </a:xfrm>
          <a:prstGeom prst="rect">
            <a:avLst/>
          </a:prstGeom>
          <a:solidFill>
            <a:srgbClr val="0D1320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Deploy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Vercel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840480" cy="548640"/>
          </a:xfrm>
          <a:prstGeom prst="rect">
            <a:avLst/>
          </a:prstGeom>
          <a:solidFill>
            <a:srgbClr val="0D1320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935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Google Fonts — Syne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D9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Submit Checklist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087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152704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 link — public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574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0756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URL on Vercel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060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26243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with run instructions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54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1729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3+ configurable ciphers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7216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 + Decrypt both 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251960"/>
            <a:ext cx="320040" cy="320040"/>
          </a:xfrm>
          <a:prstGeom prst="rect">
            <a:avLst/>
          </a:prstGeom>
          <a:solidFill>
            <a:srgbClr val="0D2E1A"/>
          </a:solidFill>
          <a:ln w="10160">
            <a:solidFill>
              <a:srgbClr val="10D9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51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D9A0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27024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Round-trip test passes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320"/>
          </a:solidFill>
          <a:ln w="12700">
            <a:solidFill>
              <a:srgbClr val="0D132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145536" y="0"/>
            <a:ext cx="54864" cy="514350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4F8E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22860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CipherStack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28346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Neural·Base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Build something cool.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0" y="214884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the ciphers.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the pattern.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 the pipeline.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3474720"/>
            <a:ext cx="47548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576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VYROTHON 2026  ·  Vyro AI  ·  NSTP NUST  ·  April 18,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4114800"/>
            <a:ext cx="512064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114800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Ad</a:t>
            </a:r>
            <a:r>
              <a:rPr lang="en-US" altLang="en-US" sz="12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https://amjadali51214.github.io/cipherstack/</a:t>
            </a:r>
            <a:r>
              <a:rPr lang="en-US" sz="1200" dirty="0">
                <a:solidFill>
                  <a:srgbClr val="4A55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WPS Presentation</Application>
  <PresentationFormat>On-screen Show (16:9)</PresentationFormat>
  <Paragraphs>303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Consolas</vt:lpstr>
      <vt:lpstr>Consolas</vt:lpstr>
      <vt:lpstr>Consolas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CipherStack — VYROTHON 2026</dc:title>
  <dc:creator>PptxGenJS</dc:creator>
  <dc:subject>PptxGenJS Presentation</dc:subject>
  <cp:lastModifiedBy>HP</cp:lastModifiedBy>
  <cp:revision>2</cp:revision>
  <dcterms:created xsi:type="dcterms:W3CDTF">2026-04-18T06:54:00Z</dcterms:created>
  <dcterms:modified xsi:type="dcterms:W3CDTF">2026-04-18T07:06:27Z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12D3661110774B45852D10D84543757C_12</vt:lpwstr>
  </property>
</Properties>
</file>